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90" d="100"/>
          <a:sy n="90" d="100"/>
        </p:scale>
        <p:origin x="8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DDBD-D44E-3D46-9450-B90DCB447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7896B-2C83-6CD5-DB03-CC780F1E7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5FAC-6D75-0ACC-16B6-8D2AB6E1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71AB8-A2AF-8B73-D219-81859739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0011-56E7-31D1-C9B1-6051BDE3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9751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C7F5-BD05-0BC0-2624-74AF8EAB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988C2-BD28-E265-0F3C-C00437E72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5291-CE3B-253E-552B-7B7BCE62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E6B2D-0F79-3C9F-4F56-2BE3F2C4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634D-7B06-4442-6FA3-CBBAAB9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7270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7775-BD3F-7034-9592-D8080AF3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605CD-F7E2-3BFE-AB38-A73CA6DC8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1CEF8-8102-4A13-F472-6F1E2AF0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07ACA-26E3-B9E3-F25B-EC10E7D4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1DE21-6A23-8266-B7E0-28CCB5A2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22016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A53D-26DA-E1D0-392A-7D8AF7FF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78DB-4F53-1C88-A61E-857FF0531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D3C0D-C950-E2CC-68FA-29C0C45D3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AD1B6-7010-F099-70B8-F989BA3F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E7A2B-3FBB-12C0-9AE2-895C15C9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F5E8A-12BE-2773-D57B-2F97AA94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35711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2A1E-8B4C-5051-4CDF-A0E53380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65FF9-8749-10DB-8226-3E6938A47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97ED9-05F5-033C-6911-6FC4DC889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7FEFB-CB81-A4DE-F1CC-0186B7F02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0A6EB-4C04-4386-4BEA-37A9AD6AA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E0110-10AC-36BC-938A-ED6DBCF0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E4767-1837-2219-ECB2-EA5695D6F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E8C72-1443-1229-1390-DE08C578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8326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17B4-94FB-EE81-FFBB-B27B97B7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0EA04-05AE-B51B-EE30-8C6213E4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2345F-043F-19CA-E021-D095FC3D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74CFA-A1D5-7DB3-A122-C92D53B1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8730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B0B8E-CA6B-939D-F15B-A20D3B8F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700E7-17B2-0DB0-C3A4-E5F82DD9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BCF1D-8154-7AF3-DB44-6BDD9FCE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47269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6BE9-E51F-5561-4711-2FB14DE9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ABDC3-DFA7-7DD8-E706-81C3E873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7B42D-2AAC-003C-FD0F-0C9489EA3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B5001-A45D-B951-1585-47D2BC45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035EF-422D-6110-B607-87475CC8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2DB85-83DF-D1A0-7C34-326B0E28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5952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990F-FAE9-A7E4-0560-C5E757160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4A4BD-F70B-9EC4-9B7E-BF6D8A7E30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93EC9-3277-BD1E-7D1C-8B6EF6300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3D5AB-8E6A-F14C-3CFC-4AD9C858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8CC7-209B-A89F-0686-0460262E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ABC1D-AB21-D556-3627-4C2CF273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67548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402B-C51A-BEEE-73DA-82309F1C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35E33-BF68-0C79-778D-7C8007AC7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8D389-DF99-D907-C011-628B7FFA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ACFD5-D20C-1185-E2B3-156010FE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F7FD-F51E-A442-4458-E79A6243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03814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CF06A-4FB9-3DBF-E2AB-6485F39C1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BB76A-7D60-AAD5-D0DA-6979C0BE9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3028-BA80-F013-1F46-8CC8759E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179FC-30E1-3603-D96D-2BF2B5DA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1A883-5DDD-90A6-95AC-41CBD169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59556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A4341-A9C2-2F16-0B0C-6F74F923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3CF20-BECC-3543-B078-00D2675A4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1726-D4D2-862E-32C7-FB198D20D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EEF68-D6BE-462A-B786-DC40A4F9A5C5}" type="datetimeFigureOut">
              <a:rPr lang="en-AE" smtClean="0"/>
              <a:t>05/10/2026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BB773-B7EE-B3DF-F464-199B67E7D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EF580-E6F9-D56E-331C-A25473043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5D5B7-7EDE-494D-AB28-6ED75FFE221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227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C1710B1-AF23-5E49-5C02-CBF3F70A624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134710" y="1697222"/>
            <a:chExt cx="2922908" cy="2066703"/>
          </a:xfrm>
        </p:grpSpPr>
        <p:pic>
          <p:nvPicPr>
            <p:cNvPr id="4" name="Picture 3" descr="Abstract modern pink and blue gradient wavy shape background. 3462490  Vector Art at Vecteezy">
              <a:extLst>
                <a:ext uri="{FF2B5EF4-FFF2-40B4-BE49-F238E27FC236}">
                  <a16:creationId xmlns:a16="http://schemas.microsoft.com/office/drawing/2014/main" id="{40860988-4B21-75E4-4859-6CB69558F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34710" y="1697222"/>
              <a:ext cx="2922908" cy="206670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19050">
              <a:solidFill>
                <a:schemeClr val="bg1">
                  <a:lumMod val="75000"/>
                </a:schemeClr>
              </a:solidFill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5AB6DFE-4B69-F109-105B-6298BE376EDF}"/>
                </a:ext>
              </a:extLst>
            </p:cNvPr>
            <p:cNvSpPr txBox="1"/>
            <p:nvPr/>
          </p:nvSpPr>
          <p:spPr>
            <a:xfrm>
              <a:off x="558800" y="2494060"/>
              <a:ext cx="2074727" cy="473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>
                  <a:solidFill>
                    <a:schemeClr val="bg1"/>
                  </a:solidFill>
                  <a:latin typeface="Abadi ExtraLight" panose="020B0204020104020204" pitchFamily="34" charset="0"/>
                </a:rPr>
                <a:t>Style</a:t>
              </a:r>
              <a:endParaRPr lang="en-AE" sz="9600" b="1" dirty="0">
                <a:solidFill>
                  <a:schemeClr val="bg1"/>
                </a:solidFill>
                <a:latin typeface="Abadi ExtraLight" panose="020B02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4680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CB0E-BD4C-B7B7-CF8D-CD458BE2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C7AD591-1C75-1DDB-B470-4F3D8514357E}"/>
              </a:ext>
            </a:extLst>
          </p:cNvPr>
          <p:cNvGrpSpPr/>
          <p:nvPr/>
        </p:nvGrpSpPr>
        <p:grpSpPr>
          <a:xfrm>
            <a:off x="0" y="-17094"/>
            <a:ext cx="12192000" cy="6875093"/>
            <a:chOff x="3305212" y="1697223"/>
            <a:chExt cx="2922908" cy="206670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ED3F9B-70A6-41A9-570C-15BA6D15F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305212" y="1697223"/>
              <a:ext cx="2922908" cy="206670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D1E886-A2FF-26F5-71F4-173B8A515075}"/>
                </a:ext>
              </a:extLst>
            </p:cNvPr>
            <p:cNvSpPr txBox="1"/>
            <p:nvPr/>
          </p:nvSpPr>
          <p:spPr>
            <a:xfrm>
              <a:off x="3933000" y="2409904"/>
              <a:ext cx="1696559" cy="471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>
                  <a:solidFill>
                    <a:schemeClr val="bg1"/>
                  </a:solidFill>
                  <a:latin typeface="Abadi ExtraLight" panose="020B0204020104020204" pitchFamily="34" charset="0"/>
                </a:rPr>
                <a:t>Tech</a:t>
              </a:r>
              <a:endParaRPr lang="en-AE" sz="9600" b="1" dirty="0">
                <a:solidFill>
                  <a:schemeClr val="bg1"/>
                </a:solidFill>
                <a:latin typeface="Abadi ExtraLight" panose="020B02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6120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D5FC-107E-41C3-1A63-64E7C076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973414-5CB1-7337-9204-9B4582C20F5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3234100" y="1697223"/>
            <a:chExt cx="2922908" cy="20667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35C450F-856B-1807-2A34-50DAC2688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3234100" y="1697223"/>
              <a:ext cx="2922908" cy="206670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8718FA-012D-4EB7-86B2-18DD7C7E4922}"/>
                </a:ext>
              </a:extLst>
            </p:cNvPr>
            <p:cNvSpPr txBox="1"/>
            <p:nvPr/>
          </p:nvSpPr>
          <p:spPr>
            <a:xfrm>
              <a:off x="3652215" y="2494060"/>
              <a:ext cx="2086677" cy="473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>
                  <a:solidFill>
                    <a:schemeClr val="bg1"/>
                  </a:solidFill>
                  <a:latin typeface="Abadi ExtraLight" panose="020B0204020104020204" pitchFamily="34" charset="0"/>
                </a:rPr>
                <a:t>Glow</a:t>
              </a:r>
              <a:endParaRPr lang="en-AE" sz="9600" b="1" dirty="0">
                <a:solidFill>
                  <a:schemeClr val="bg1"/>
                </a:solidFill>
                <a:latin typeface="Abadi ExtraLight" panose="020B02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713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DD83-6A0B-4719-1DB3-A5AE4E99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47B4976-811E-5C84-3349-F2B7B19829D0}"/>
              </a:ext>
            </a:extLst>
          </p:cNvPr>
          <p:cNvGrpSpPr/>
          <p:nvPr/>
        </p:nvGrpSpPr>
        <p:grpSpPr>
          <a:xfrm>
            <a:off x="0" y="0"/>
            <a:ext cx="12192000" cy="6804660"/>
            <a:chOff x="6475714" y="1697222"/>
            <a:chExt cx="2922908" cy="2057400"/>
          </a:xfrm>
        </p:grpSpPr>
        <p:pic>
          <p:nvPicPr>
            <p:cNvPr id="19" name="Picture 18" descr="Pink landing page Images - Free Download on Magnific (formerly Freepik)">
              <a:extLst>
                <a:ext uri="{FF2B5EF4-FFF2-40B4-BE49-F238E27FC236}">
                  <a16:creationId xmlns:a16="http://schemas.microsoft.com/office/drawing/2014/main" id="{0135088A-982F-5F97-F469-2FB04E954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5714" y="1697222"/>
              <a:ext cx="2922908" cy="20574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1B76BF-221D-E13F-D39A-D11DF32A12E7}"/>
                </a:ext>
              </a:extLst>
            </p:cNvPr>
            <p:cNvSpPr txBox="1"/>
            <p:nvPr/>
          </p:nvSpPr>
          <p:spPr>
            <a:xfrm>
              <a:off x="6911132" y="2496691"/>
              <a:ext cx="2099569" cy="474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>
                  <a:solidFill>
                    <a:schemeClr val="bg1"/>
                  </a:solidFill>
                  <a:latin typeface="Abadi ExtraLight" panose="020B0204020104020204" pitchFamily="34" charset="0"/>
                </a:rPr>
                <a:t>Spark</a:t>
              </a:r>
              <a:endParaRPr lang="en-AE" sz="9600" b="1" dirty="0">
                <a:solidFill>
                  <a:schemeClr val="bg1"/>
                </a:solidFill>
                <a:latin typeface="Abadi ExtraLight" panose="020B02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49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F8CB-9E99-4567-F2E4-6F9D5582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7657E87-87BB-1F89-32DA-F3131422C43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9646216" y="1697222"/>
            <a:chExt cx="2922908" cy="2066702"/>
          </a:xfrm>
        </p:grpSpPr>
        <p:pic>
          <p:nvPicPr>
            <p:cNvPr id="16" name="Picture 15" descr="21,700+ Cool Website Backgrounds Illustrations - iStock">
              <a:extLst>
                <a:ext uri="{FF2B5EF4-FFF2-40B4-BE49-F238E27FC236}">
                  <a16:creationId xmlns:a16="http://schemas.microsoft.com/office/drawing/2014/main" id="{4C6E6E85-9342-FD33-6897-A17AF08E3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646216" y="1697222"/>
              <a:ext cx="2922908" cy="206670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D63C09-9F6A-ACDD-F69E-C80FAA2024A2}"/>
                </a:ext>
              </a:extLst>
            </p:cNvPr>
            <p:cNvSpPr txBox="1"/>
            <p:nvPr/>
          </p:nvSpPr>
          <p:spPr>
            <a:xfrm>
              <a:off x="10064331" y="2494059"/>
              <a:ext cx="2086677" cy="473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>
                  <a:solidFill>
                    <a:schemeClr val="bg1"/>
                  </a:solidFill>
                  <a:latin typeface="Abadi ExtraLight" panose="020B0204020104020204" pitchFamily="34" charset="0"/>
                </a:rPr>
                <a:t>Paw</a:t>
              </a:r>
              <a:endParaRPr lang="en-AE" sz="9600" b="1" dirty="0">
                <a:solidFill>
                  <a:schemeClr val="bg1"/>
                </a:solidFill>
                <a:latin typeface="Abadi ExtraLight" panose="020B02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651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EBEDA-DDB2-D911-D8F9-39927D523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background website design Images - Free Download on Magnific (formerly  Freepik)">
            <a:extLst>
              <a:ext uri="{FF2B5EF4-FFF2-40B4-BE49-F238E27FC236}">
                <a16:creationId xmlns:a16="http://schemas.microsoft.com/office/drawing/2014/main" id="{36870190-9937-399F-D72E-7387AA724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9197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D198E7-6009-FD59-987A-BF4EDA1703DC}"/>
              </a:ext>
            </a:extLst>
          </p:cNvPr>
          <p:cNvSpPr txBox="1"/>
          <p:nvPr/>
        </p:nvSpPr>
        <p:spPr>
          <a:xfrm>
            <a:off x="1744036" y="2644168"/>
            <a:ext cx="8703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badi ExtraLight" panose="020B0204020104020204" pitchFamily="34" charset="0"/>
              </a:rPr>
              <a:t>Auto</a:t>
            </a:r>
            <a:endParaRPr lang="en-AE" sz="9600" b="1" dirty="0">
              <a:solidFill>
                <a:schemeClr val="bg1"/>
              </a:solidFill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789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AD56-01BD-53F3-89BA-C0A7CD14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urple pink website Images - Free Download on Magnific (formerly Freepik)">
            <a:extLst>
              <a:ext uri="{FF2B5EF4-FFF2-40B4-BE49-F238E27FC236}">
                <a16:creationId xmlns:a16="http://schemas.microsoft.com/office/drawing/2014/main" id="{C73F0897-CD98-56A4-9F1F-E24DEB33B5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24518" r="10000" b="25259"/>
          <a:stretch>
            <a:fillRect/>
          </a:stretch>
        </p:blipFill>
        <p:spPr>
          <a:xfrm>
            <a:off x="0" y="0"/>
            <a:ext cx="12192000" cy="68537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708E06-6FCB-819E-6A35-056E5C044CA2}"/>
              </a:ext>
            </a:extLst>
          </p:cNvPr>
          <p:cNvSpPr txBox="1"/>
          <p:nvPr/>
        </p:nvSpPr>
        <p:spPr>
          <a:xfrm>
            <a:off x="1744036" y="2644168"/>
            <a:ext cx="8703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badi ExtraLight" panose="020B0204020104020204" pitchFamily="34" charset="0"/>
              </a:rPr>
              <a:t>Go</a:t>
            </a:r>
            <a:endParaRPr lang="en-AE" sz="9600" b="1" dirty="0">
              <a:solidFill>
                <a:schemeClr val="bg1"/>
              </a:solidFill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6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9726-0686-8F57-FA5E-15551019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nk website ui Images - Free Download on Magnific (formerly Freepik)">
            <a:extLst>
              <a:ext uri="{FF2B5EF4-FFF2-40B4-BE49-F238E27FC236}">
                <a16:creationId xmlns:a16="http://schemas.microsoft.com/office/drawing/2014/main" id="{95DB14DA-736A-8BB4-FD33-78A4C2D2F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9" t="5413" r="3406" b="5780"/>
          <a:stretch>
            <a:fillRect/>
          </a:stretch>
        </p:blipFill>
        <p:spPr>
          <a:xfrm>
            <a:off x="0" y="0"/>
            <a:ext cx="12192000" cy="6869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DC1F6F-D222-192C-8DDD-89EF831C9C2D}"/>
              </a:ext>
            </a:extLst>
          </p:cNvPr>
          <p:cNvSpPr txBox="1"/>
          <p:nvPr/>
        </p:nvSpPr>
        <p:spPr>
          <a:xfrm>
            <a:off x="1744036" y="2644168"/>
            <a:ext cx="8703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badi ExtraLight" panose="020B0204020104020204" pitchFamily="34" charset="0"/>
              </a:rPr>
              <a:t>Active</a:t>
            </a:r>
            <a:endParaRPr lang="en-AE" sz="9600" b="1" dirty="0">
              <a:solidFill>
                <a:schemeClr val="bg1"/>
              </a:solidFill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4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">
        <p14:prism isContent="1"/>
      </p:transition>
    </mc:Choice>
    <mc:Fallback>
      <p:transition spd="slow" advClick="0" advTm="1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Abadi ExtraLight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Kheneth Romorosa</dc:creator>
  <cp:lastModifiedBy>Kheneth Romorosa</cp:lastModifiedBy>
  <cp:revision>2</cp:revision>
  <dcterms:created xsi:type="dcterms:W3CDTF">2026-10-04T20:59:37Z</dcterms:created>
  <dcterms:modified xsi:type="dcterms:W3CDTF">2026-10-04T22:56:21Z</dcterms:modified>
</cp:coreProperties>
</file>